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5" r:id="rId2"/>
  </p:sldIdLst>
  <p:sldSz cx="12192000" cy="6858000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A3E82"/>
    <a:srgbClr val="75BD51"/>
    <a:srgbClr val="043E80"/>
    <a:srgbClr val="0AA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29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342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3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30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8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94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06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19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632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91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49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9BE9D-DBD3-405B-8B16-153C1B0B30E0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C2147-2106-482B-958F-A884F9C934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023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"/>
            <a:ext cx="12192000" cy="124691"/>
          </a:xfrm>
          <a:prstGeom prst="rect">
            <a:avLst/>
          </a:prstGeom>
          <a:solidFill>
            <a:srgbClr val="0AA4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0" y="6733312"/>
            <a:ext cx="12192000" cy="124691"/>
          </a:xfrm>
          <a:prstGeom prst="rect">
            <a:avLst/>
          </a:prstGeom>
          <a:solidFill>
            <a:srgbClr val="043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982" y="3334752"/>
            <a:ext cx="8426335" cy="35311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108" y="1820918"/>
            <a:ext cx="11869783" cy="80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「 </a:t>
            </a:r>
            <a:r>
              <a:rPr lang="en-US" altLang="ko-KR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2026</a:t>
            </a:r>
            <a:r>
              <a:rPr lang="ko-KR" altLang="en-US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년</a:t>
            </a:r>
            <a:r>
              <a:rPr lang="en-US" altLang="ko-KR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 </a:t>
            </a:r>
            <a:r>
              <a:rPr lang="ko-KR" altLang="en-US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제</a:t>
            </a:r>
            <a:r>
              <a:rPr lang="en-US" altLang="ko-KR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6</a:t>
            </a:r>
            <a:r>
              <a:rPr lang="ko-KR" altLang="en-US" sz="4000" b="1" dirty="0">
                <a:solidFill>
                  <a:schemeClr val="accent5">
                    <a:lumMod val="50000"/>
                  </a:schemeClr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회 경기도 집합건물분쟁조정위원회 」</a:t>
            </a:r>
            <a:endParaRPr lang="en-US" altLang="ko-KR" sz="4000" b="1" dirty="0"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64826" y="3922391"/>
            <a:ext cx="5789507" cy="1150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일시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2026. 6. 10.(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14:00</a:t>
            </a:r>
          </a:p>
          <a:p>
            <a:pPr>
              <a:lnSpc>
                <a:spcPct val="130000"/>
              </a:lnSpc>
            </a:pP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장소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경기도청 </a:t>
            </a:r>
            <a:r>
              <a:rPr lang="en-US" altLang="ko-KR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r>
              <a:rPr lang="ko-KR" altLang="en-US" sz="28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층 대회의실</a:t>
            </a:r>
            <a:endParaRPr lang="en-US" altLang="ko-KR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941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</TotalTime>
  <Words>26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Pretendard</vt:lpstr>
      <vt:lpstr>Pretendard Black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</cp:revision>
  <cp:lastPrinted>2025-04-11T01:55:40Z</cp:lastPrinted>
  <dcterms:created xsi:type="dcterms:W3CDTF">2022-09-08T07:01:16Z</dcterms:created>
  <dcterms:modified xsi:type="dcterms:W3CDTF">2026-06-09T07:27:12Z</dcterms:modified>
</cp:coreProperties>
</file>